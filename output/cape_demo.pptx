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/>
            </a:pPr>
            <a:r>
              <a:t>Cape 代码执行层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模型无关的能力执行系统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系统架构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br/>
            <a:pPr>
              <a:defRPr sz="1400">
                <a:latin typeface="Courier New"/>
              </a:defRPr>
            </a:pPr>
            <a:r>
              <a:t>    ┌─────────────────────────────────────────┐</a:t>
            </a:r>
            <a:br/>
            <a:r>
              <a:t>    │              Cape Runtime               │</a:t>
            </a:r>
            <a:br/>
            <a:r>
              <a:t>    ├─────────────────────────────────────────┤</a:t>
            </a:r>
            <a:br/>
            <a:r>
              <a:t>    │  ┌─────────┐  ┌─────────┐  ┌─────────┐ │</a:t>
            </a:r>
            <a:br/>
            <a:r>
              <a:t>    │  │   LLM   │  │  Tool   │  │  Code   │ │</a:t>
            </a:r>
            <a:br/>
            <a:r>
              <a:t>    │  │Executor │  │Executor │  │Executor │ │</a:t>
            </a:r>
            <a:br/>
            <a:r>
              <a:t>    │  └────┬────┘  └────┬────┘  └────┬────┘ │</a:t>
            </a:r>
            <a:br/>
            <a:r>
              <a:t>    │       │            │            │      │</a:t>
            </a:r>
            <a:br/>
            <a:r>
              <a:t>    ├───────┴────────────┴────────────┴──────┤</a:t>
            </a:r>
            <a:br/>
            <a:r>
              <a:t>    │            Sandbox Manager             │</a:t>
            </a:r>
            <a:br/>
            <a:r>
              <a:t>    │  ┌─────────┬─────────┬───────────┐    │</a:t>
            </a:r>
            <a:br/>
            <a:r>
              <a:t>    │  │ Docker  │ Process │ InProcess │    │</a:t>
            </a:r>
            <a:br/>
            <a:r>
              <a:t>    │  │ Sandbox │ Sandbox │  Sandbox  │    │</a:t>
            </a:r>
            <a:br/>
            <a:r>
              <a:t>    │  └─────────┴─────────┴───────────┘    │</a:t>
            </a:r>
            <a:br/>
            <a:r>
              <a:t>    └─────────────────────────────────────────┘</a:t>
            </a:r>
            <a:br/>
            <a:r>
              <a:t> 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核心功能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🔒 安全沙箱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164592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Docker/Process 级别隔离，资源限制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📄 文档处理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56032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Excel, Word, PowerPoint, PDF 全支持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🔌 模型无关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347472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支持 Claude, GPT, Gemini 等任意 LLM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📁 文件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438912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上传、下载、处理一体化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0352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⚡ 高性能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530352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异步执行，并行处理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实施进度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64592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沙箱框架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64592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✅ 完成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ProcessSandbox, InProcessSandbox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Week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74320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文档技能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74320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✅ 完成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74320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xlsx, docx, pptx, pdf Capes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048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Week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84048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Docker 沙箱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84048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✅ 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8404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容器隔离，资源限制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3776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Week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493776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文件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493776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✅ 完成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9377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上传/下载/处理端点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文件 API 端点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POST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6459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latin typeface="Courier New"/>
              </a:defRPr>
            </a:pPr>
            <a:r>
              <a:t>/api/files/upload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6459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上传文件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4688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latin typeface="Courier New"/>
              </a:defRPr>
            </a:pPr>
            <a:r>
              <a:t>/api/files/{id}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4688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下载文件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POST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32918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latin typeface="Courier New"/>
              </a:defRPr>
            </a:pPr>
            <a:r>
              <a:t>/api/files/{id}/process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3291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处理文件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41148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latin typeface="Courier New"/>
              </a:defRPr>
            </a:pPr>
            <a:r>
              <a:t>/api/files/session/{id}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会话文件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9377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49377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latin typeface="Courier New"/>
              </a:defRPr>
            </a:pPr>
            <a:r>
              <a:t>/api/files/stats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49377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存储统计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